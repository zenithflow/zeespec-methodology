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37160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4648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AI-aided хөгжүүлэлтэд зориулсан spec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Регуляторт чиглэсэн системийг урт хугацааны spec + AI-friendly format-аар хадгалах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|  2026-05-18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ӨГҮҮЛБЭРЭЭР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 гэж юу вэ?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агент (Claude, Cursor) ашиглаж кодлох үед регуляторт чиглэсэн системийг урт хугацааны spec + AI-friendly format-аар хадгалах domain-agnostic methodology."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Энгийн үгээр: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агент болон engineering team хоёрын хооронд системийг яаж ажиллах ёстойг тогтоосон гэрээ.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Яагаад ZeeSpec үүсэв?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914400" cy="9144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hallucination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Claude/Copilot taamaglan KYC threshold, retention deadline гэх мэтийг буруу бичдэг. AML threshold US=$10K, EU=€10K, Mongolia=20M MNT гэдгийг санахгүй.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нь сэрж буй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2024-д бичсэн; код 2025-д шинэчилсэн; spec сэрсэн. AI үүнийг уншвал буруу код бичнэ. Auditor үүнийг уншвал нот find олно.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"Яагаад ийм код бичсэн юм?"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5120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жилийн дараа шинэ engineer. Slack-аас контекст хайв; гүрсэн. Bob аль хэдийн явсан. "Fix" хийгээд production bug + regulatory gap үүсгэв.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ШИЙДЭЛ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 хэрхэн эдгээрийг шийдэх вэ?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hallucination  →  Status-tagged invariants + citations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invariant ✅ IMPL / 🟡 PARTIAL / 🚧 DESIGN tag + file:line citation. AI уншиж кодондоо `// INV-WAL-04` гэж ишилнэ.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нь сэрж буй  →  R5 drift scanner + CI 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6576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гарах бүрд spec ↔ code drift автоматаар илрэх. 4-type framework: Citation / Field / Behavioral / Architectural.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"Яагаад ийм код?"  →  ADR lifecycle (workflow/09)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бүр Proposed → Accepted → Superseded. R6 agent retroactive ADR draft. Annual review.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БҮТЭЦ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10-file Zachman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бүр 10 файлаас бүрдсэн spec-тэй. Бүгд stack-agnostic; зөвхөн where.md § 5 нь tech-stack-тай.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37160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0116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Яагаад?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116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0116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what.md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20116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0116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Хэрхэн?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84080" y="20116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0116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who.md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when.md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3840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3840480"/>
            <a:ext cx="13716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06324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where.md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6324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Хаана?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20640" y="3840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3840480"/>
            <a:ext cx="137160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gravity.md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HW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3840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3840480"/>
            <a:ext cx="137160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772668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gaps.md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2668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784080" y="3840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3840480"/>
            <a:ext cx="137160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glossary.md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5840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ОЙЛГОЛТ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tags — реалити сэлгэх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бичихдээ зөвхөн зөв байж байгааг хэлэхгүй. Жинхэнэ статусыг тэмдэглэдэг.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Production-д verify-чдсэн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итгэж кодлоно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app-layer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нэмэх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төлөвлөгөө; production-д БАЙХГҮЙ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асуул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NOT-ENFORCED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хэлсэн ч код enforce хийхгүй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251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file хийх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29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46304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хийх гэсэн ч runtime crash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5029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production bug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ОЙЛГОЛТ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matrix — priority calibrate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Gap-уудыг priority-аар ялгаж AI behaviour-ыг тогтоодог.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3716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loss / compliance / runtime crash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0116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байхгүй → STOP. Chip байх → cite + биш хэрэгжүүлэх.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3716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gap / aged reconciliation / missing guard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29260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байх → cite; explicit invoke хүсэх.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137160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3840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drift / stale refs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3840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Хэрэгжүүлээд cite хийх.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54880"/>
            <a:ext cx="13716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54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60320" y="4754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/ cleanup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0" y="4754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Хэрэгжүүлээд cite.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phase — Module бичих → Tier 1 → Тасралтгүй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ҮЕ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анх бичих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Author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B1 verify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R3 deep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R1+R2 parallel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Apply findings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неделя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6704" y="164592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6704" y="1645920"/>
            <a:ext cx="26517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ҮЕ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46704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 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9584" y="251460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R4 (11 sub-files)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6-phase research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Multi-jurisdiction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Amendment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9584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+ жил тутам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164592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645920"/>
            <a:ext cx="265176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ҮЕ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Тасралтгүй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251460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Code drift (R5)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 per PR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ADR lifecycle (R6)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→ ADR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 curation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5712" y="164592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645920"/>
            <a:ext cx="26517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125712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ҮЕ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25712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08592" y="251460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Adoption guide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Greenfield / Brownfield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rollout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Anthropic plugin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08592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 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907024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796528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specialized agent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Code-д dispatch хийдэг тусгай агентууд. Та өөрөө copy-paste-аар ашиглах боломжтой.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 сайт + хууль уншиж, INV-д citation бичих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37744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 + жил тутам + amendment alert үед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6974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мин • $1-5 per dispatch (Sonnet)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01752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workflow/07-r4-regulatory-research/04-R4-agent-prompt.md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Scanner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3474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↔ code хооронд drift автоматаар илрүүлэх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8862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per CI + monthly scheduled + post-refactor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20624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15-45 мин • $0.50-1.50 per dispatch (Sonnet)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45262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workflow/08-code-drift-management/05-R5-drift-scanner-agent.md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29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57200" y="5715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Curator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4983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Drift-аас retroactive ADR draft; annual ADR review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539496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finding-аас + annual curation + new ADR conflict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57150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мин • $1-3 per dispatch (Sonnet)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603504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workflow/09-adr-lifecycle/05-R6-adr-curator-agent.md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anthropics/financial-services + ZeeSpec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Эдгээр хоёр нь сөргөлдөгч биш — complementary. Тус тусын зориулалттай.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53949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anthropics/financial-services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library (agent + skill + connector)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deck барина, NAV calc хийнэ, KYC screen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/ analyst / PE / wealth manager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 (минут-цаг)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Хадгалалт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PDF / Excel / memo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5257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— бэлэн tool ашиглах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920240"/>
            <a:ext cx="53949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(spec format + workflow)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— урт хугацааны мэдлэгийн систем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(regulated system бичих)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Хэзээ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095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module (сар-жил)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Хадгалалт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spec git дотор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5257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path — өөрийн системээ build хийх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pattern: яаж хослуулах вэ?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output → ADR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pitch-agent DCF тооцоо хийнэ → WACC 8.5% material decision гарна. R6 agent ADR-PORTFOLIO-014 болгож хадгалa. Plugin re-run хийхэд diff → potentially superseder ADR.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 dispatches plugin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7490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research session-д "EU competitive landscape хэрэгтэй" → market-researcher plugin call. Output-ыг R4 citation block-д Tier 2 source болгож ашиглана.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097280" cy="10972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54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828800" y="48006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governs plugin config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where.md § 5 — "gl-reconciler v2.1 ашиглана; өдөр тутам 22:00 UTC". gl-reconciler-config.yaml spec-ээс автоматаар үүснэ. R5 drift detection spec ↔ config drift илрүүлнэ.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 АШИГЛАХ ВЭ?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team scenario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(1)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Ихэнхдээ ҮГҮЙ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project: methodology &gt;&gt; ROI. Хэрэв TRY хийх юм бол Tier 0 Lite (3 файл, 2 цаг).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1737360"/>
            <a:ext cx="26517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startup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9584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ХЭСЭГЛЭН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9584" y="33375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critical модуль Tier 1. Role fallback (Alice+Bob 4-eyes). CI drift active.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73736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737360"/>
            <a:ext cx="26517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 mid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ТИЙМ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33375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+ backup + feature team. Quarterly R4. Annual R6. ~0.5 FTE ongoing.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25712" y="173736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1737360"/>
            <a:ext cx="26517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25712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8592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ТИЙМ (full)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8592" y="33375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ZeeSpec team (1-2 FTE). Multi-jurisdiction R4. Dashboard + Slack. ADR governance.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validation: Mongolia mutual fund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PHP 8.2 + Symfony 6.4 + PostgreSQL 15  |  5 modules ZeeSpec-чилсэн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modules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2057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+ 6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370832" y="2971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70832" y="3337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fixed; 6 queued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92024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2057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284464" y="2971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3337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GDPR/AML/FRC filed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Илрүүлсэн жинхэнэ findings: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CTR threshold 20M MNT олж codify (хууль үндэстэй)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createdBy:0 sentinel anti-pattern 20+ газар олж зас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DELETE on retention table (BackfillCommand) олж зас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workflow boundary mismatch (every approved journal throws)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 Return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32704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63270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632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Lite (trial)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цаг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мин/quarter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(1 module)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неделя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2-4h/month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(5 module)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неделя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 (enterprise)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сар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343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FTE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5029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5029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~$25/quarter per 5 mod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463040"/>
            <a:ext cx="5376672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463040"/>
            <a:ext cx="537667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463040"/>
            <a:ext cx="5376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2286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production bug урьдчилан илрүүлэх: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8-40h debug + customer impact saved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017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compliance gap урьдчилан илрүүлэх: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$1K-100K+ enforcement risk avoided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 onboarding via spec: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Week-1 productivity (vs Week-3)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480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 → hours (spec artifact)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code quality: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30-50% fewer revision cycles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6217920"/>
            <a:ext cx="7616952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621792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breakeven: ~6 сар (1 bug + 1 gap = methodology cost буцаагаад тооцоо)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ЭСРЭГ ҮЕ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 ашиглахгүй байх үе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бүхний хариу биш. Дараах нөхцөлд ашиглаж болохгүй: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Throwaway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23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overhead &gt;&gt; ROI. ADR alone хангалттай.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Pre-PMF startup (1-2 хүн)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423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Шуурхай iteration хүсэн. README + ADR хангалттай.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SaaS no regulatory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pressure байхгүй. Үнэ цэн дутуу.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2918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918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Trivial CRUD module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3794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10-file overkill. Comment + tests хангалттай.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data pipeline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166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human-facing / compliance touchpoint.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6634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4088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hobby project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fatigue. Documentation generator илүү.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Цөөн нийт асуулт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"ZeeSpec нь Anthropic-ийн мөн юу?"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Үгүй. Open-source pilot-аас гарсан (MIT). anthropics/financial-services нь complementary plugin library.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"Зөвхөн санхүүгийн системд?"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Үгүй. Core domain-agnostic. Finance overlay нь жишээ. Healthcare / government / privacy / energy боломжтой.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"Claude-тэй л ажиллах юм уу?"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хамгийн сайн (parallel agent). Cursor / Copilot CLI sequential. GitHub Copilot manual.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"PHP-д л хэрэг үү?"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566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Үгүй. PORTING-GUIDE.md 8 stack хувилбар (Java/Python/Go/Rust/TS/C#/Ruby/PHP).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"Existing Confluence/Notion-той зөрөх үү?"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Үгүй. Хэвээр үлдээ; ZeeSpec нь supplement. Strategy A "run in parallel" хэрэглэх.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"Solo dev-д тохиромжтой юу?"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5120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Lite (3 файл, 2 цаг) тохиромжтой. Full Tier 1 (10 файл, 1-2 неделя) тохиромжгүй.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ДАРААГИЙН АЛХАМ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role — хаанаас эхлэх вэ?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70332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7033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Lead / 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README.md уншиж (30 мин)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METHODOLOGY.md уншиж (1.5h)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workflow/10/00-START-HERE.md — Tier шийдэх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1 high-risk module + champion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2-4 неделя дотор first Tier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70332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645920"/>
            <a:ext cx="370332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152" y="246888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workflow/00-START-HERE.md уншиж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Pilot module-ын CLAUDE.md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Dimension файл (what/how)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INV ID-г code comment-д ишилж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PR-д "ZeeSpec impact" section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1645920"/>
            <a:ext cx="370332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1645920"/>
            <a:ext cx="370332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58784" y="246888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workflow/07-r4 (research method)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R2 financial reviewer prompt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gaps.md P0/P1 шалгаж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ADR table 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Annual R4 + R6 calendar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 ХЭЛЛЭГ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өгүүлбэрээр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19202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ZeeSpec нь регуляторт чиглэсэн системээ урт хугацааны spec + AI-friendly format-аар хадгалах methodology.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33375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 үнэ цэн: AI агент зөв код бичнэ + drift автоматаар илрэнэ + WHY нь жилийн дараа ч мэдэгдэхээр баримтжсан байна.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47548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Финансад validate хийсэн (177 findings, 4 production bugs); healthcare / government / privacy domain-уудад adoption boломжтой.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Хаанаас илүү уншиж эхлэх вэ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файл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specs/README.md — Танилцуулга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specs/METHODOLOGY.md — Full methodology (1.5h)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specs/EXPLAINED-FOR-PRESENTATIONS.md — Энэ танилцуулга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286000" cy="2194560"/>
          </a:xfrm>
          <a:prstGeom prst="roundRect">
            <a:avLst>
              <a:gd name="adj" fmla="val 208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per-phase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1546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00-START-HERE — AI agent entry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01-06 — Module authoring + review pipeline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07 — R4 regulatory research (11 sub-files)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08 — Code drift management (R5 agent)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09 — ADR lifecycle (R6 agent)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10 — Adoption guide (8 sub-files)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11 — Anthropic plugin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557784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github.com/anthropics/financial-services — Plugin library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overlays/finance-accounting/ — Reference example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overlays/finance-accounting/research-examples/ — 4 R4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БАЯРЛАЛАА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ZeeSpec Lite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файл • 2 цаг • Эхний модулийг өнөөдөр ажиллуулж үзэх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21295C">
              <a:alpha val="7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-r specs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your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6704" y="393192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21295C">
              <a:alpha val="7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69664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module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9664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high-risk; well-bounded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393192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21295C">
              <a:alpha val="7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59168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3 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what + gaps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25712" y="393192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21295C">
              <a:alpha val="7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948672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48672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better; gap-blocking 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ZeeSpec v3.0 • MIT License • 90 files • Production-validated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docs/specs/zeespec/  •  90 .md files  •  10 git commits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ZeeSpec methodology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ZeeSpec v3.0 — Methodology Overview</dc:title>
  <dc:subject>Spec methodology for regulated, AI-aided systems</dc:subject>
  <dc:creator>batzaya</dc:creator>
  <cp:lastModifiedBy>batzaya</cp:lastModifiedBy>
  <cp:revision>1</cp:revision>
  <dcterms:created xsi:type="dcterms:W3CDTF">2026-05-18T07:38:44Z</dcterms:created>
  <dcterms:modified xsi:type="dcterms:W3CDTF">2026-05-18T07:38:44Z</dcterms:modified>
</cp:coreProperties>
</file>